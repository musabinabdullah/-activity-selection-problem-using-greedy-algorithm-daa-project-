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002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94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745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r="68653"/>
          <a:stretch>
            <a:fillRect/>
          </a:stretch>
        </p:blipFill>
        <p:spPr>
          <a:xfrm>
            <a:off x="0" y="0"/>
            <a:ext cx="3835400" cy="6858000"/>
          </a:xfrm>
          <a:prstGeom prst="rect">
            <a:avLst/>
          </a:prstGeom>
        </p:spPr>
      </p:pic>
      <p:pic>
        <p:nvPicPr>
          <p:cNvPr id="3" name="Content Placeholder 3"/>
          <p:cNvPicPr>
            <a:picLocks noChangeAspect="1"/>
          </p:cNvPicPr>
          <p:nvPr/>
        </p:nvPicPr>
        <p:blipFill>
          <a:blip r:embed="rId1"/>
          <a:srcRect l="33838" b="30926"/>
          <a:stretch>
            <a:fillRect/>
          </a:stretch>
        </p:blipFill>
        <p:spPr>
          <a:xfrm>
            <a:off x="3835400" y="0"/>
            <a:ext cx="839978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26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66303"/>
          <a:stretch>
            <a:fillRect/>
          </a:stretch>
        </p:blipFill>
        <p:spPr>
          <a:xfrm>
            <a:off x="8102600" y="0"/>
            <a:ext cx="4117975" cy="6858000"/>
          </a:xfrm>
          <a:prstGeom prst="rect">
            <a:avLst/>
          </a:prstGeom>
        </p:spPr>
      </p:pic>
      <p:pic>
        <p:nvPicPr>
          <p:cNvPr id="3" name="Content Placeholder 3"/>
          <p:cNvPicPr>
            <a:picLocks noChangeAspect="1"/>
          </p:cNvPicPr>
          <p:nvPr/>
        </p:nvPicPr>
        <p:blipFill>
          <a:blip r:embed="rId1"/>
          <a:srcRect r="38270" b="30611"/>
          <a:stretch>
            <a:fillRect/>
          </a:stretch>
        </p:blipFill>
        <p:spPr>
          <a:xfrm>
            <a:off x="0" y="0"/>
            <a:ext cx="7543800" cy="4758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02180"/>
            <a:ext cx="12192000" cy="46558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94863" t="35983" b="35983"/>
          <a:stretch>
            <a:fillRect/>
          </a:stretch>
        </p:blipFill>
        <p:spPr>
          <a:xfrm>
            <a:off x="10722610" y="0"/>
            <a:ext cx="1469390" cy="22028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35983" b="35983"/>
          <a:stretch>
            <a:fillRect/>
          </a:stretch>
        </p:blipFill>
        <p:spPr>
          <a:xfrm>
            <a:off x="1753235" y="-635"/>
            <a:ext cx="9171305" cy="22028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94863" t="35983" b="35983"/>
          <a:stretch>
            <a:fillRect/>
          </a:stretch>
        </p:blipFill>
        <p:spPr>
          <a:xfrm>
            <a:off x="0" y="-635"/>
            <a:ext cx="1753870" cy="2202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" y="0"/>
            <a:ext cx="121977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603"/>
          <a:stretch>
            <a:fillRect/>
          </a:stretch>
        </p:blipFill>
        <p:spPr>
          <a:xfrm>
            <a:off x="-258445" y="0"/>
            <a:ext cx="124498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1082"/>
          <a:stretch>
            <a:fillRect/>
          </a:stretch>
        </p:blipFill>
        <p:spPr>
          <a:xfrm>
            <a:off x="0" y="0"/>
            <a:ext cx="12192000" cy="6098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b="17390"/>
          <a:stretch>
            <a:fillRect/>
          </a:stretch>
        </p:blipFill>
        <p:spPr>
          <a:xfrm>
            <a:off x="0" y="0"/>
            <a:ext cx="12125960" cy="56648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b="2359"/>
          <a:stretch>
            <a:fillRect/>
          </a:stretch>
        </p:blipFill>
        <p:spPr>
          <a:xfrm>
            <a:off x="0" y="0"/>
            <a:ext cx="12150725" cy="6097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11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812800"/>
            <a:ext cx="10581640" cy="48063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94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99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938" r="67009" b="3023"/>
          <a:stretch>
            <a:fillRect/>
          </a:stretch>
        </p:blipFill>
        <p:spPr>
          <a:xfrm>
            <a:off x="0" y="0"/>
            <a:ext cx="3785870" cy="6858000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1"/>
          <a:srcRect l="38885" r="3581" b="24091"/>
          <a:stretch>
            <a:fillRect/>
          </a:stretch>
        </p:blipFill>
        <p:spPr>
          <a:xfrm>
            <a:off x="4047490" y="285750"/>
            <a:ext cx="7800975" cy="61220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11685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MUSA</cp:lastModifiedBy>
  <cp:revision>4</cp:revision>
  <dcterms:created xsi:type="dcterms:W3CDTF">2025-07-23T00:59:00Z</dcterms:created>
  <dcterms:modified xsi:type="dcterms:W3CDTF">2025-12-23T16:41:33Z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0DF979979105471A85500FB6E8CF3E1D_11</vt:lpwstr>
  </property>
  <property fmtid="{D5CDD505-2E9C-101B-9397-08002B2CF9AE}" pid="3" name="KSOProductBuildVer">
    <vt:lpwstr>1033-12.2.0.23155</vt:lpwstr>
  </property>
</Properties>
</file>